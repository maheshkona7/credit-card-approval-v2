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Credit Card Approval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Automated Underwriting &amp; Machine Learning Dashboard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1. Project Overview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Credit Card Decisioning Platform</a:t>
            </a:r>
          </a:p>
          <a:p>
            <a:pPr lvl="1"/>
            <a:r>
              <a:t>• Underwriting Automation: Replaces manual paper auditing with an instant predictive decisioning model.</a:t>
            </a:r>
          </a:p>
          <a:p>
            <a:pPr lvl="1"/>
            <a:r>
              <a:t>• Credit Risk Mitigation: Screens applicants for high-risk repayment histories, identifying profiles that are over 30 days past due.</a:t>
            </a:r>
          </a:p>
          <a:p>
            <a:pPr lvl="1"/>
            <a:r>
              <a:t>• Scalable Platform: Integrates data visualization, preprocessing, machine learning model pipeline, and an interactive Flask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2. Underwriting Features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Features Captured on the Underwriting Form:</a:t>
            </a:r>
          </a:p>
          <a:p>
            <a:pPr lvl="1"/>
            <a:r>
              <a:t>• Demographic Profiles: Gender, Car Owner, Realty Owner, Household size.</a:t>
            </a:r>
          </a:p>
          <a:p>
            <a:pPr lvl="1"/>
            <a:r>
              <a:t>• Financial Metrics: Total Annual Income, Income Source Category (Working, Commercial associate, Pensioner, State servant, Student).</a:t>
            </a:r>
          </a:p>
          <a:p>
            <a:pPr lvl="1"/>
            <a:r>
              <a:t>• Employment &amp; Stability: Occupation type (19 sectors), Age (DAYS_BIRTH), and Employment Duration (DAYS_EMPLOYED) converted from years to negative days.</a:t>
            </a:r>
          </a:p>
          <a:p>
            <a:pPr lvl="1"/>
            <a:r>
              <a:t>• Target Mappings: High-risk delinquents mapped to label '1' (Rejected) if they are 30+ days past due. Good accounts mapped to '0' (Approved).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3. Exploratory Data 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Visualization Insights (Saved inside static/images/):</a:t>
            </a:r>
          </a:p>
          <a:p>
            <a:pPr lvl="1"/>
            <a:r>
              <a:t>• Approval Distribution Count: Identifies overall risk proportion (88% approved, 12% rejected due to delinquent records).</a:t>
            </a:r>
          </a:p>
          <a:p>
            <a:pPr lvl="1"/>
            <a:r>
              <a:t>• Annual Income KDE Density: Compares income scale density between approved and rejected accounts.</a:t>
            </a:r>
          </a:p>
          <a:p>
            <a:pPr lvl="1"/>
            <a:r>
              <a:t>• Education &amp; Income Source Plots: Stacked charts showing success/failure rates segmented by academic credentials and employment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4. Machine Learning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Evaluation on 36,457 integrated applicant profiles:</a:t>
            </a:r>
          </a:p>
          <a:p>
            <a:pPr lvl="1">
              <a:defRPr b="1"/>
            </a:pPr>
            <a:r>
              <a:t>• Random Forest Classifier (Production Model):</a:t>
            </a:r>
          </a:p>
          <a:p>
            <a:pPr lvl="2"/>
            <a:r>
              <a:t>  - Accuracy: 88.95%  |  Precision (C1): 54.87%  |  Recall (C1): 34.15%  |  F1-Score: 42.10%</a:t>
            </a:r>
          </a:p>
          <a:p>
            <a:pPr lvl="1"/>
            <a:r>
              <a:t>• Decision Tree Classifier: Accuracy 88.30%  |  F1-Score (C1): 39.29%</a:t>
            </a:r>
          </a:p>
          <a:p>
            <a:pPr lvl="1"/>
            <a:r>
              <a:t>• Gradient Boosting (fallback): Accuracy 88.25%  |  F1-Score (C1): 0.70%</a:t>
            </a:r>
          </a:p>
          <a:p>
            <a:pPr lvl="1"/>
            <a:r>
              <a:t>• Logistic Regression: Accuracy 88.23%  |  F1-Score (C1): 0.00% (predicts majority class)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5. Underwriting Dashboard (Flask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Web Application Architecture &amp; Styling:</a:t>
            </a:r>
          </a:p>
          <a:p>
            <a:pPr lvl="1"/>
            <a:r>
              <a:t>• Main Landing Dashboard: Highlights project metadata, model statistics cards, and embeds custom EDA charts.</a:t>
            </a:r>
          </a:p>
          <a:p>
            <a:pPr lvl="1"/>
            <a:r>
              <a:t>• Underwriting Form: Fully interactive form taking user inputs. Categorical values are pre-coded to match Random Forest parameters.</a:t>
            </a:r>
          </a:p>
          <a:p>
            <a:pPr lvl="1"/>
            <a:r>
              <a:t>• Decision View: Dynamically renders credit decisions with color-coded outcome badges (Green for APPROVED, Red for REJECTED).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6. System Operation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run the pipeline and server locally:</a:t>
            </a:r>
          </a:p>
          <a:p>
            <a:pPr lvl="1"/>
            <a:r>
              <a:t>1. Navigate to directory and activate virtual environment:</a:t>
            </a:r>
          </a:p>
          <a:p>
            <a:pPr lvl="2"/>
            <a:r>
              <a:t>   PowerShell:  .\venv\Scripts\Activate.ps1</a:t>
            </a:r>
          </a:p>
          <a:p>
            <a:pPr lvl="1"/>
            <a:r>
              <a:t>2. Generate data visualizations (EDA):</a:t>
            </a:r>
          </a:p>
          <a:p>
            <a:pPr lvl="2"/>
            <a:r>
              <a:t>   Command:     python eda.py</a:t>
            </a:r>
          </a:p>
          <a:p>
            <a:pPr lvl="1"/>
            <a:r>
              <a:t>3. Train models &amp; export production pickle:</a:t>
            </a:r>
          </a:p>
          <a:p>
            <a:pPr lvl="2"/>
            <a:r>
              <a:t>   Command:     python model.py</a:t>
            </a:r>
          </a:p>
          <a:p>
            <a:pPr lvl="1"/>
            <a:r>
              <a:t>4. Host the interactive Flask application:</a:t>
            </a:r>
          </a:p>
          <a:p>
            <a:pPr lvl="2"/>
            <a:r>
              <a:t>   Command:     python app.py  (Access at http://127.0.0.1:5000/)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